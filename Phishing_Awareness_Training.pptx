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0636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dealpha.tech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0" y="6400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🎣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PHISHING AWARENESS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60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899AA"/>
                </a:solidFill>
              </a:rPr>
              <a:t>Stay Safe. Stay Alert. Don't Take the Bait.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73659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CodeAlpha Cybersecurity Internship  |  Phishing Awareness Module By Sourav Hati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PHISHING?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🎣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3749040" y="36576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0" y="5029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</a:rPr>
              <a:t>Phishing is a type of cyber attack where criminals impersonate trusted organizations to trick people into revealing sensitive information.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49040" y="2011680"/>
            <a:ext cx="5120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205740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480560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</a:rPr>
              <a:t>3.4 Billion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23957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phishing emails sent daily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2926080"/>
            <a:ext cx="5120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97180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80560" y="2971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</a:rPr>
              <a:t>$44 Million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33101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lost to phishing in 2023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49040" y="3840480"/>
            <a:ext cx="5120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388620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480560" y="3886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</a:rPr>
              <a:t>90%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42245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of data breaches start with phishing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TYPES OF PHISHING ATTACKS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0" y="777240"/>
            <a:ext cx="27432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1560"/>
            <a:ext cx="2743200" cy="1737360"/>
          </a:xfrm>
          <a:prstGeom prst="rect">
            <a:avLst/>
          </a:prstGeom>
          <a:solidFill>
            <a:srgbClr val="1A2E45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6128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📧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24128" y="11612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Email Phishing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709928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8F0F7"/>
                </a:solidFill>
              </a:rPr>
              <a:t>Mass emails mimicking banks, PayPal, Amazon asking for login/card details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1737360"/>
          </a:xfrm>
          <a:prstGeom prst="rect">
            <a:avLst/>
          </a:prstGeom>
          <a:solidFill>
            <a:srgbClr val="1A2E45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16128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995928" y="11612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Spear Phishing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55848" y="1709928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8F0F7"/>
                </a:solidFill>
              </a:rPr>
              <a:t>Targeted attack using your name, job role or personal info to seem legitimate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743200" cy="1737360"/>
          </a:xfrm>
          <a:prstGeom prst="rect">
            <a:avLst/>
          </a:prstGeom>
          <a:solidFill>
            <a:srgbClr val="1A2E45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16128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67728" y="11612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Smishing (SMS)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27648" y="1709928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8F0F7"/>
                </a:solidFill>
              </a:rPr>
              <a:t>Fake text messages with malicious links, often claiming prize or delivery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2743200" cy="1737360"/>
          </a:xfrm>
          <a:prstGeom prst="rect">
            <a:avLst/>
          </a:prstGeom>
          <a:solidFill>
            <a:srgbClr val="1A2E45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8152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📞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24128" y="30815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Vishing (Voice)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" y="3630168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8F0F7"/>
                </a:solidFill>
              </a:rPr>
              <a:t>Phone calls from fake 'tech support' or 'bank officials' requesting OTPs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971800"/>
            <a:ext cx="2743200" cy="1737360"/>
          </a:xfrm>
          <a:prstGeom prst="rect">
            <a:avLst/>
          </a:prstGeom>
          <a:solidFill>
            <a:srgbClr val="1A2E45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08152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🐳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995928" y="30815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Whaling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55848" y="3630168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8F0F7"/>
                </a:solidFill>
              </a:rPr>
              <a:t>High-profile attacks targeting CEOs and senior executives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971800"/>
            <a:ext cx="2743200" cy="1737360"/>
          </a:xfrm>
          <a:prstGeom prst="rect">
            <a:avLst/>
          </a:prstGeom>
          <a:solidFill>
            <a:srgbClr val="1A2E45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08152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967728" y="30815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Clone Phishing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27648" y="3630168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8F0F7"/>
                </a:solidFill>
              </a:rPr>
              <a:t>Duplicate of a real email with malicious links/attachments replacing originals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🚨  HOW TO SPOT A PHISHING EMAIL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8463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84632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</a:rPr>
              <a:t>📨  Inbox — suspicious@paypa1-security.com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</a:rPr>
              <a:t>From: support@paypa1-security.com  ⚠️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Subject: URGENT! Your account has been LIMITED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57984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Dear Valued Customer,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67004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We have detected suspicious activity in your account. Your access will be permanently suspended within 24 HOURS unless you verify your information IMMEDIATELY.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182112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EE"/>
                </a:solidFill>
              </a:rPr>
              <a:t>👉 Click Here to Verify Now: http://paypa1-verify.xyz/login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694176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Sincerely,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PayPal Security Team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822960"/>
            <a:ext cx="34747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8503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 RED FLAGS TO SPOT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94960" y="1325880"/>
            <a:ext cx="3474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13533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🔴  Fake sender address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16184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paypa1 (number 1 instead of letter l)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94960" y="2011680"/>
            <a:ext cx="3474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0391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🔴  Urgency / Fear tactics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23042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"URGENT", "24 HOURS", "IMMEDIATELY"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94960" y="2697480"/>
            <a:ext cx="3474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7249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🔴  Suspicious link/URL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29900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paypa1-verify.xyz — not the real domain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94960" y="3383280"/>
            <a:ext cx="3474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34107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🔴  Generic greeting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0" y="36758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"Dear Valued Customer" not your real name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94960" y="4069080"/>
            <a:ext cx="3474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40965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🔴  Pressure to act fast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0" y="43616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Designed to make you panic and click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ENGINEERING TACTICS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899AA"/>
                </a:solidFill>
              </a:rPr>
              <a:t>Attackers exploit human psychology — not just technology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60520" cy="1115568"/>
          </a:xfrm>
          <a:prstGeom prst="rect">
            <a:avLst/>
          </a:prstGeom>
          <a:solidFill>
            <a:srgbClr val="1A2E45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73152" cy="11155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😱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97280" y="12618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</a:rPr>
              <a:t>Fear &amp; Urgency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64592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0F7"/>
                </a:solidFill>
              </a:rPr>
              <a:t>"Your account will be deleted in 1 hour!"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4160520" cy="1115568"/>
          </a:xfrm>
          <a:prstGeom prst="rect">
            <a:avLst/>
          </a:prstGeom>
          <a:solidFill>
            <a:srgbClr val="1A2E45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188720"/>
            <a:ext cx="73152" cy="11155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🤑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532120" y="12618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</a:rPr>
              <a:t>Greed &amp; Reward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164592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0F7"/>
                </a:solidFill>
              </a:rPr>
              <a:t>"You have won a $500 gift card. Claim now!"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1115568"/>
          </a:xfrm>
          <a:prstGeom prst="rect">
            <a:avLst/>
          </a:prstGeom>
          <a:solidFill>
            <a:srgbClr val="1A2E45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73152" cy="11155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🎭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097280" y="25420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</a:rPr>
              <a:t>Impersonation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92608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0F7"/>
                </a:solidFill>
              </a:rPr>
              <a:t>"Hi, I'm from IT. I need your password to fix your account."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468880"/>
            <a:ext cx="4160520" cy="1115568"/>
          </a:xfrm>
          <a:prstGeom prst="rect">
            <a:avLst/>
          </a:prstGeom>
          <a:solidFill>
            <a:srgbClr val="1A2E4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468880"/>
            <a:ext cx="73152" cy="11155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🤝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532120" y="25420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</a:rPr>
              <a:t>Authority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292608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0F7"/>
                </a:solidFill>
              </a:rPr>
              <a:t>"This is your CEO. Transfer $10,000 urgently."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749040"/>
            <a:ext cx="4160520" cy="1115568"/>
          </a:xfrm>
          <a:prstGeom prst="rect">
            <a:avLst/>
          </a:prstGeom>
          <a:solidFill>
            <a:srgbClr val="1A2E45"/>
          </a:solidFill>
          <a:ln w="12700">
            <a:solidFill>
              <a:srgbClr val="E89F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749040"/>
            <a:ext cx="73152" cy="1115568"/>
          </a:xfrm>
          <a:prstGeom prst="rect">
            <a:avLst/>
          </a:prstGeom>
          <a:solidFill>
            <a:srgbClr val="E89FC2"/>
          </a:solidFill>
          <a:ln w="12700">
            <a:solidFill>
              <a:srgbClr val="E89F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840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❤️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097280" y="38221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FC2"/>
                </a:solidFill>
              </a:rPr>
              <a:t>Sympathy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420624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0F7"/>
                </a:solidFill>
              </a:rPr>
              <a:t>"I'm stranded abroad and need you to send money."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749040"/>
            <a:ext cx="4160520" cy="1115568"/>
          </a:xfrm>
          <a:prstGeom prst="rect">
            <a:avLst/>
          </a:prstGeom>
          <a:solidFill>
            <a:srgbClr val="1A2E45"/>
          </a:solidFill>
          <a:ln w="12700">
            <a:solidFill>
              <a:srgbClr val="9B8FC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3749040"/>
            <a:ext cx="73152" cy="1115568"/>
          </a:xfrm>
          <a:prstGeom prst="rect">
            <a:avLst/>
          </a:prstGeom>
          <a:solidFill>
            <a:srgbClr val="9B8FCE"/>
          </a:solidFill>
          <a:ln w="12700">
            <a:solidFill>
              <a:srgbClr val="9B8FC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840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5532120" y="38221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8FCE"/>
                </a:solidFill>
              </a:rPr>
              <a:t>Curiosity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32120" y="420624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0F7"/>
                </a:solidFill>
              </a:rPr>
              <a:t>"See who viewed your profile" — malicious link inside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🌍  REAL-WORLD PHISHING EXAMPLES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118872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166"/>
                </a:solidFill>
              </a:rPr>
              <a:t>2016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Google &amp; Facebook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00200" y="9418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💸  Loss: $100 Million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00200" y="1252728"/>
            <a:ext cx="7040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How: Fake vendor invoices sent via email. Employees transferred money thinking it was legitimate.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0200" y="1673352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C4B6"/>
                </a:solidFill>
              </a:rPr>
              <a:t>✅ Lesson: Always verify payment requests via phone or in person.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40280"/>
            <a:ext cx="118872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317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166"/>
                </a:solidFill>
              </a:rPr>
              <a:t>2020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4320" y="27432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Twitter (X)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00200" y="23134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💸  Loss: Compromised 130 accounts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00200" y="2624328"/>
            <a:ext cx="7040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How: Attackers called Twitter employees pretending to be IT staff and got VPN credentials (vishing).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00200" y="3044952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C4B6"/>
                </a:solidFill>
              </a:rPr>
              <a:t>✅ Lesson: Never give credentials over the phone. Hang up and call back officially.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611880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611880"/>
            <a:ext cx="118872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703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166"/>
                </a:solidFill>
              </a:rPr>
              <a:t>2022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74320" y="41148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Uber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00200" y="36850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💸  Loss: Full system access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00200" y="3995928"/>
            <a:ext cx="7040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How: Spear phishing + MFA fatigue — attacker sent repeated MFA push notifications until employee approved.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00200" y="4416552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C4B6"/>
                </a:solidFill>
              </a:rPr>
              <a:t>✅ Lesson: Be suspicious of unexpected MFA prompts — reject and report them.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🛡️  HOW TO PROTECT YOURSELF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868680"/>
            <a:ext cx="4206240" cy="896112"/>
          </a:xfrm>
          <a:prstGeom prst="rect">
            <a:avLst/>
          </a:prstGeom>
          <a:solidFill>
            <a:srgbClr val="1A2E4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601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4B6"/>
                </a:solidFill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914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Think Before You Click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25272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7"/>
                </a:solidFill>
              </a:rPr>
              <a:t>Hover over links to see the real URL before clicking. If it looks odd, don't click.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00600" y="868680"/>
            <a:ext cx="4206240" cy="896112"/>
          </a:xfrm>
          <a:prstGeom prst="rect">
            <a:avLst/>
          </a:prstGeom>
          <a:solidFill>
            <a:srgbClr val="1A2E4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9601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4B6"/>
                </a:solidFill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577840" y="914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Check the Sender's Email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77840" y="125272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7"/>
                </a:solidFill>
              </a:rPr>
              <a:t>Look carefully at the sender address. Typos or unusual domains are big red flags.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920240"/>
            <a:ext cx="4206240" cy="896112"/>
          </a:xfrm>
          <a:prstGeom prst="rect">
            <a:avLst/>
          </a:prstGeom>
          <a:solidFill>
            <a:srgbClr val="1A2E4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01168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4B6"/>
                </a:solidFill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05840" y="1965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Enable Multi-Factor Authentication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30428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7"/>
                </a:solidFill>
              </a:rPr>
              <a:t>MFA adds an extra security layer even if your password is stolen.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1920240"/>
            <a:ext cx="4206240" cy="896112"/>
          </a:xfrm>
          <a:prstGeom prst="rect">
            <a:avLst/>
          </a:prstGeom>
          <a:solidFill>
            <a:srgbClr val="1A2E4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01168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4B6"/>
                </a:solidFill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577840" y="1965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Never Share Passwords / OTPs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77840" y="230428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7"/>
                </a:solidFill>
              </a:rPr>
              <a:t>No legitimate bank or company will ever ask for your password or OTP.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971800"/>
            <a:ext cx="4206240" cy="896112"/>
          </a:xfrm>
          <a:prstGeom prst="rect">
            <a:avLst/>
          </a:prstGeom>
          <a:solidFill>
            <a:srgbClr val="1A2E4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0632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4B6"/>
                </a:solidFill>
              </a:rPr>
              <a:t>05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05840" y="3017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Verify Urgent Requests Independently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35584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7"/>
                </a:solidFill>
              </a:rPr>
              <a:t>Got an urgent email from your boss? Call them directly to confirm before acting.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971800"/>
            <a:ext cx="4206240" cy="896112"/>
          </a:xfrm>
          <a:prstGeom prst="rect">
            <a:avLst/>
          </a:prstGeom>
          <a:solidFill>
            <a:srgbClr val="1A2E4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0632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4B6"/>
                </a:solidFill>
              </a:rPr>
              <a:t>06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577840" y="3017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Keep Software Updated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335584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7"/>
                </a:solidFill>
              </a:rPr>
              <a:t>Updates patch security holes. Use antivirus and keep browser extensions minimal.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4023360"/>
            <a:ext cx="4206240" cy="896112"/>
          </a:xfrm>
          <a:prstGeom prst="rect">
            <a:avLst/>
          </a:prstGeom>
          <a:solidFill>
            <a:srgbClr val="1A2E4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11480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4B6"/>
                </a:solidFill>
              </a:rPr>
              <a:t>07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005840" y="4069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Report Suspicious Emails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440740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7"/>
                </a:solidFill>
              </a:rPr>
              <a:t>Use your email client's 'Report Phishing' button or inform your IT/security team.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4023360"/>
            <a:ext cx="4206240" cy="896112"/>
          </a:xfrm>
          <a:prstGeom prst="rect">
            <a:avLst/>
          </a:prstGeom>
          <a:solidFill>
            <a:srgbClr val="1A2E4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411480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4B6"/>
                </a:solidFill>
              </a:rPr>
              <a:t>08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577840" y="4069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Use a Password Manager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77840" y="440740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7"/>
                </a:solidFill>
              </a:rPr>
              <a:t>It won't auto-fill credentials on fake sites — an extra defense against phishing.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</a:rPr>
              <a:t>🧠  QUICK QUIZ — TEST YOUR KNOWLEDGE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8686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5953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Q1: You get an email from 'support@amazon-security.net' asking to verify your order. What do you do?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A) Click the link and verify immediately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12801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</a:rPr>
              <a:t>B) Delete — Amazon uses amazon.com, not amazon-security.net 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C) Reply with your credentials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645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D) Forward to friends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221992"/>
            <a:ext cx="8686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7685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Q2: Your phone rings and someone claims to be from your bank, asking for your OTP to 'prevent fraud'. What do you do?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6974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A) Share the OTP to help them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6974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B) Stay on the call and verify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063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</a:rPr>
              <a:t>C) Hang up immediately and call your bank's official number 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3063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D) Give your card number too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639312"/>
            <a:ext cx="8686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9417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Q3: Which of these URLs is MOST LIKELY a phishing site for PayPal?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1148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A) paypal.com/login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41148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B) www.paypal.com/secure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480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</a:rPr>
              <a:t>C) paypa1-verify.xyz/login ✅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4480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D) paypal.com/help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4183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🎣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978408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Phishing is the #1 method attackers use to steal data and money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841248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190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🕵️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43000" y="1755648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Always verify the sender, URL and urgency before clicking anything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841248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9631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143000" y="2532888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Enable MFA on all accounts — it blocks 99.9% of automated attacks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841248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7355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🤐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143000" y="3310128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Never share passwords, OTPs or sensitive info over phone/email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977640"/>
            <a:ext cx="841248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5079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📣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143000" y="4087368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Report suspicious messages to your IT/security team immediately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2EC4B6"/>
                </a:solidFill>
              </a:rPr>
              <a:t>Remember: You are the LAST LINE OF DEFENSE 🛡️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0" y="640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🎣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899AA"/>
                </a:solidFill>
              </a:rPr>
              <a:t>Stay Aware. Stay Secure. Don't Take the Bait!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3383280"/>
            <a:ext cx="4572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611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9AA"/>
                </a:solidFill>
              </a:rPr>
              <a:t>Prepared by: CodeAlpha Cybersecurity Intern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8899AA"/>
                </a:solidFill>
              </a:rPr>
              <a:t>CodeAlpha Internship Program  |  </a:t>
            </a:r>
            <a:r>
              <a:rPr lang="en-US" sz="1200" dirty="0">
                <a:solidFill>
                  <a:srgbClr val="8899AA"/>
                </a:solidFill>
                <a:hlinkClick r:id="rId3"/>
              </a:rPr>
              <a:t>www.codealpha.tech</a:t>
            </a:r>
            <a:r>
              <a:rPr lang="en-US" sz="1200" dirty="0">
                <a:solidFill>
                  <a:srgbClr val="8899AA"/>
                </a:solidFill>
              </a:rPr>
              <a:t>  By Sourav Hati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1007</Words>
  <Application>Microsoft Office PowerPoint</Application>
  <PresentationFormat>On-screen Show (16:9)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CodeAlpha Intern</dc:creator>
  <cp:lastModifiedBy>Sourav Hati</cp:lastModifiedBy>
  <cp:revision>2</cp:revision>
  <dcterms:created xsi:type="dcterms:W3CDTF">2026-04-18T15:57:57Z</dcterms:created>
  <dcterms:modified xsi:type="dcterms:W3CDTF">2026-04-18T18:19:59Z</dcterms:modified>
</cp:coreProperties>
</file>